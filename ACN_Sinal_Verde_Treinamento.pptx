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8" r:id="rId39"/>
    <p:sldId id="270" r:id="rId16"/>
    <p:sldId id="271" r:id="rId17"/>
    <p:sldId id="289" r:id="rId40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90" r:id="rId41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  <Relationship Id="rId39" Type="http://schemas.openxmlformats.org/officeDocument/2006/relationships/slide" Target="slides/slide33.xml"/>
  <Relationship Id="rId40" Type="http://schemas.openxmlformats.org/officeDocument/2006/relationships/slide" Target="slides/slide34.xml"/>
  <Relationship Id="rId41" Type="http://schemas.openxmlformats.org/officeDocument/2006/relationships/slide" Target="slides/slide35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Apresente-se e explique que o treinamento cobrirá todos os módulos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os objetivos do treinamento. Enfatize que o sistema é web e não requer instalação.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completo de módulos. Os colaboradores podem acessar só os módulos permitidos pelo perfil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o login ao vivo. Mostre também o funcionamento no celular (menu hambúrguer).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criação de uma OP ao vivo. Ressalte que ao salvar, a Engenharia é notificada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como filtrar projetos atrasados e como acessar uma proposta existente.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a Engenharia é a ponte entre Comercial e Produção. Mostre o BOM e as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criação de uma Demanda Avulsa com etapas e prioridade Urgente.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PCP é o coração do planejamento — conecta Comercial e Produção. Mostre a fila e os gargalos.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Serralheria e Chicotes são setores especializados com abas próprias. Cada setor vê apenas suas demandas.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o controle por etapas na Produção e o papel do Laboratório antes da entrega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Compras e Almoxarifado trabalham em conjunto: a Compra abastece o estoque, o Almox. monta os kits.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CQ é a porta de saída da produção. Só passa pelo Logística quem foi aprovado no CQ.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fluxo de vistoria de entrada. Ressalte a importância das fotos como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diferença no fluxo de garantia vs. fora de garantia. Mostre a criação de uma 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o Kanban. Mostre como mover uma oportunidade de Proposta para Negociação.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transcrição de áudio com IA — diferencial para registros de reunião e ligações.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WhatsApp integrado é diferencial competitivo. Mostre o badge pulsante e a conversa inline.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licitacoes correm em paralelo ao CRM de vendas privadas, com etapas proprias.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modulo Fiscal fecha o ciclo financeiro de cada OPL. NF so pode ser emitida apos aprovacao CQ.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cadastro de RH alimenta toda a plataforma. Sem colaborador cadastrado, nao e possivel atribuir operador ou tecnico.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relatorios sao acessiveis por perfil — gestores veem o consolidado, cada setor ve seus indicadores.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Apenas o perfil Admin pode criar e editar usuarios. Recomende criar um admin de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modo escuro ao vivo. Abra no celular e demonstre o menu hamburguer.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Encerre o treinamento. Abra o sistema e incentive cada participante a fazer login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3931920"/>
            <a:ext cx="822960" cy="82296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85800"/>
            <a:ext cx="2926080" cy="566928"/>
          </a:xfrm>
          <a:prstGeom prst="roundRect">
            <a:avLst>
              <a:gd name="adj" fmla="val 806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722376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ACN SINAL VERDE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INTERNO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Gestão Industrial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de uso • Todos os módulos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736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spinsc.github.io/ACN   •   Julho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Dominar todos os módulos do ACN Sinal Verde para executar as atividades do dia a dia com total autonomia.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6557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equipe: Comercial, Engenharia, PCP, Produção, SAC, CRM, Fiscal, RH e Gestão.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estimada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593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completa: ~2 horas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módulo: 5 a 15 minutos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módulos  •  32 funcionalidades  •  Disponível 24h via browser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dos Módulos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8328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739896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Dem. Avulsas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40680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04688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141464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05472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Serralheria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38328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Chicotes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039112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03120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39896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03904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40680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04688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Almoxarifado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141464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05472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38328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2336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Ctrl. Qual.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039112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03120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9896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03904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Vistorias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40680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04688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141464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05472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38328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2336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Kanban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039112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03120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Contatos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739896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03904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40680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04688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Licitações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141464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/ Admin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 — ACESSO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Acessando o Sistema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Chrome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recomendado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12255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255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598039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14083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a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37858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spinsc.github.io/ACN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99237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99237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467862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01066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login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324840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e senha fornecidos pelo Administrador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6219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6219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60704" y="388048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o módulo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" y="411822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qualquer item do menu lateral esquerdo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tela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572768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74336" y="166420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 (Header)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4336" y="1965960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ACN, nome do usuário logado, modo escuro, botão Sair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46320" y="2459736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74336" y="255117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Lateral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74336" y="2852928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entre todos os módulos, organizada por área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46320" y="3346704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74336" y="343814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Conteúdo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74336" y="3739896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do módulo ativo — ocupa a maior parte da tela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46320" y="4233672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74336" y="432511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Menu Hambúrguer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74336" y="4626864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celular, o menu aparece ao tocar ☰ no canto superior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Aba Comercial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e histórico de demandas comerciais • Menu: Comercial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Registrando uma Nova Demanda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em "+ Nova OP"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verde no canto superior direito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48586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4858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424074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196687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tipo de projeto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204618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Transf. Veicular Discreta/Ostensiva, Manutenção…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644445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64444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119933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2662733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Informar chassi ou n° 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2900477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único do projeto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340303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4030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3815791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3358591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operador e prazo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" y="3596335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e data prevista de entrega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4036162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03616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0704" y="4054450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60704" y="4292194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criada → Status inicial: Em Espera Engenharia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do projeto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46320" y="15727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15910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Espera Engenharia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15727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0" y="15910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Almox.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46320" y="20299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0482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58000" y="20299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0482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Faturamento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46320" y="24871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25054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858000" y="24871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0" y="25054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Cancelado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Histórico de Projetos e Filtros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livre em TODOS os campos: OPL, chassi, cliente, modelo, status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tipo de projeto (Transformação / Manutenção)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operador responsável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intervalo de datas de entrada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ATRASO vs. prazo em tempo real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direto à proposta comercial (PDF/OneNote)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ou visualizar detalhes de qualquer OPL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da tabela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819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12280" y="15727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5819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 / N° OP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93852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94767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12280" y="193852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194767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230428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3134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Projeto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230428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3134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267004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267919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Prev. Entrega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267004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267919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303580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04495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2280" y="303580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03720" y="304495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4015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34107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/ Ver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Engenharia e Demandas Avulsas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de OPLs • BOM • Kit • Demandas internas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de Engenharia por OPL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OPL da Comercial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Espera Engenharia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48586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4858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424074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196687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Elaborar o BOM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204618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completa de materiais e componentes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644445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64444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119933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2662733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Kit ao Almoxarifado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2900477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Almox. separa e disponibiliza os itens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340303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4030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3815791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3358591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Liberar para Produção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" y="3596335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muda para Em Produção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4036162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03616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0704" y="4054450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etapas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60704" y="4292194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 visual em % por etapa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0" y="1207008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74336" y="129844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Completo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74336" y="1600200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materiais com qtd., fornecedor e custo por item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46320" y="2194560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74336" y="2286000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Configuráveis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74336" y="2587752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as etapas específicas para cada tipo de projeto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3182112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74336" y="327355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Prazo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74336" y="3575304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muda de cor quando o prazo está próximo ou vencido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46320" y="41696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74336" y="426110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Técnicos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74336" y="4562856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plantas e desenhos técnicos vinculados à OPL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Aba Demandas Avulsas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3619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 internas da equipe de Engenharia que não estão vinculadas a uma OPL específica — serviços internos, melhorias, estudos técnicos e adaptações.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310896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de Execução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5216" y="341071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em etapas e acompanhe o % de conclusão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00600" y="301752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310896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com Alerta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28616" y="341071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muda de cor quando prazo está próximo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" y="416052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Observações por Etapa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5216" y="44622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o que foi feito em cada passo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0" y="406908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616" y="416052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e Evidências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28616" y="44622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e documentos vinculados por demanda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1536192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56048" y="153619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01168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56048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2487168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48716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PCP e Setores Produtivos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 • Serralheria • Chicotes • Laboratório • Produção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PCP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PCP — Planejamento e Controle da Produção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consolidada de todas as OPLs liberadas para produção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Sequenciamento e priorização da fila de produção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gargalo e tempo parado por setor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da demanda comercial à capacidade produtiva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prazo para priorização automática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desempenho produtivo por período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planejamento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572768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Demanda Comercial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2240280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2240280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Engenharia (BOM)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907792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907792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PCP (Sequenciamento)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3575304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3575304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Produção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4242816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56048" y="4242816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Entrega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Serralheria e Chicotes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Serralheria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Demandas de estrutura e solda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materiais metálicos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Pendente › Em Andamento › Concluído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horas por tarefa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à OPL principal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Chicotes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chicotes elétricos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componentes por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cada lote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de qualidade integrada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produção por peça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Produção e Laboratório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— Linha de Montagem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OPLs liberadas pela Engenharia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Avanço de etapas: instalação, fiação, acabamento…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técnico responsável por etapa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Data/hora de início e conclusão de cada passo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Bloqueios e ocorrências com causa e duração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concluir → vai automaticamente ao CQ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Laboratório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 calibrações de equipamentos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por chassi e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Laudos técnicos de aprovação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validade de calibrações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completo por equipamento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À PRODUÇÃO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Compras, Almoxarifado e Qualidade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• Almoxarifado • CQ • Logística • Vistorias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SUPORTE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 e Almoxarifado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Solicitação de material vinculada à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gestor antes da compra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e negociação com fornecedores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Pendente › Aprovado › Comprado › Recebido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por fornecedor e material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Almoxarifado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entradas e saídas de materiais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Kit por OPL (item a item)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 estoque em tempo real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estoque mínimo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completa da peça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QUALIDADE E ENTREGA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 de Qualidade e Logística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 de Qualidade (CQ)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OPL ao fim da linha de montagem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configurável por tipo de projeto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/ Reprovado / Retrabalho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fotográficas por ponto de inspeção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 gerado automaticamente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→ vai para Logística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Logística In/Out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chegada do veículo, conferência do chassi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confirmação CQ + agendamento de entrega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Fotografia de entrada e saída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de NF vinculada à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entrega ao cliente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ENTREGA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Vistorias de Pátio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7973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Vistorias de Pátio registram o estado físico dos veículos na entrada e saída da planta, com fotos e observações. Serve como prova de condição pré e pós-serviço, protegendo a empresa de disputas sobre danos.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fotográfico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521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por ângulo (frente, laterais, traseira, interior)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3756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6557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de danos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6557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e descreva avarias pré-existentes no veículo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593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digital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4593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confirma a condição de entrada ou saída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por chassi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vistorias anteriores de qualquer veículo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3756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6557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à OPL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6557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vistoria rastreada ao projeto correspondente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1792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exportável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593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com fotos e observações para arquivo e e-mail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E VENDAS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 e CRM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• CRM Funil • CRM Contatos • WhatsApp • Licitações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SAC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 — Atendimento ao Cliente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 em Garantia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dentro do prazo de garantia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aberta sem custo ao cliente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 e mão de obra pela ACN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garantia para o fabricante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do defeito por chassi/OPL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de Garantia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fora do prazo ou escopo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enviada e aprovada antes do serviço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responsável designado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de NF ao concluir o serviço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vinculado ao veículo e cliente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— Funil de Vendas (Kanban)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Prospecção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R$ 45.000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R$ 18.000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29968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75688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Qualificação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29968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03120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R$ 22.000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29968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R$ 55.000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785616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31336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85616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58768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R$ 68.000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85616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R$ 12.000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41264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86984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41264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14416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R$ 31.000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296912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42632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296912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70064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R$ 90.000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" y="32461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do Funil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4320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7472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Arraste entre estágios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029968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0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avanço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785616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58768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 a clientes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41264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14416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interações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96912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0064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conversão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— Contatos e Histórico de Interações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completo: nome, telefones, e-mails, empresa, cargo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todas as interações por contato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Tipos: ligação, e-mail, reunião, visita, documento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Transcrição automática de áudios via IA (Whisper/OpenAI)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Conversas de WhatsApp integradas por contato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a oportunidades do funil CRM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por nome, empresa, telefone ou e-mail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Interação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72768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Ligacao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12280" y="1572768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572768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185416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185416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Reuniao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185416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2185416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2798064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798064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2798064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798064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(IA)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 — Integração e Notificações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7973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usa Evolution API para envio e recebimento de mensagens WhatsApp. As mensagens chegam via webhook, são salvas no banco de dados e aparecem em tempo real no CRM, com badge de notificação pulsante para mensagens não lidas.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734056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27685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Evolution API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" y="251460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do servidor e API Key em CRM › Configurações WhatsApp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87693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7693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" y="3352419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0704" y="289521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Escanear QR Code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60704" y="313296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no celular › Configurações › Dispositivos Vinculados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49529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49529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" y="3970782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51358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mensagens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0704" y="375132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vermelho pulsante aparece no menu e no card do contato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11365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1365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60704" y="413194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conversa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60704" y="436968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› Contatos › selecione o contato › aba WhatsApp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2212848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74336" y="230428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Multi-instância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74336" y="2606040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 vendedores conectados com números diferentes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46320" y="2962656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74336" y="305409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em tempo real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74336" y="3355848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mensagens nao lidas no menu lateral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0" y="3712464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74336" y="380390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Notificacao SAC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4336" y="4105656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de suporte criam OS no SAC automaticamente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46320" y="4462272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74336" y="455371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por contato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974336" y="4855464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conversas salvas e pesquisaveis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Licitações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oportunidades de licitacao publica e privada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Etapas: Prospeccao › Analise › Proposta › Ganhou / Perdeu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prazos de edital e entrega de propostas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Documentacao vinculada: editais, certidoes, habilitacoes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de licitacoes por cliente e orgao publico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Relatorio de taxa de sucesso em licitacoes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846320" y="120700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74336" y="129844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Kanban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74336" y="160020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Visualizacao em funil das oportunidades abertas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46320" y="221284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74336" y="230428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Prazo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74336" y="260604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quando o prazo do edital esta proximo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321868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74336" y="331012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74336" y="361188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Anexe editais, contratos e documentos de habilitacao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46320" y="422452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4336" y="431596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 Competitiva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74336" y="461772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concorrentes e valores praticados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GESTAO E FINANCEIRO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Fiscal, RH e Relatorios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• RH • Relatorios • Admin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FISCAL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 — Notas Fiscais e Vouchers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Fiscais (NF)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Emissao de NF vinculada a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NFs pendentes e emitidas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NF vs. proposta comercial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Integracao com Logistica (saida do veiculo)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de faturamento por periodo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Vouchers de Servico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para servicos de terceiros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do servico com valor unitario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consolidado por voucher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 e autorizador registrados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servico cadastrados pelo Admin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4498848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459028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5216" y="4892040"/>
            <a:ext cx="7973568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servico para Voucher sao cadastrados em Admin › Tipos de Servico. Configure antes de emitir os primeiros vouchers.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RH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 — Cadastro de Colaboradores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Funcionarios CLT e Terceiros / PJ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pessoais: CPF, telefone, endereço, email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fixo e beneficios (funcionarios)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por servico e CNPJ (terceiros)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Configuracao de comissao: percentual e base de calculo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de selecao em toda a plataforma (operador, tecnico...)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e permissoes de acesso ao sistema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Colaborador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3840480" cy="1737360"/>
          </a:xfrm>
          <a:prstGeom prst="roundRect">
            <a:avLst>
              <a:gd name="adj" fmla="val 368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Funcionario CLT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56048" y="2011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fixo registrado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vinculados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CPF obrigatorio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Ferias e ponto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3401568"/>
            <a:ext cx="3840480" cy="1737360"/>
          </a:xfrm>
          <a:prstGeom prst="roundRect">
            <a:avLst>
              <a:gd name="adj" fmla="val 368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56048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Terceiro / PJ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56048" y="38404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CNPJ e razao social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por servico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Comissao configuravel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anexos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RELATORIOS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Relatorios e Indicadores de Desempenho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de Producao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OPLs abertas, em andamento e concluidas por periodo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e Atraso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6557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entrega no prazo vs. atrasadas por setor e operador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CQ e Qualidade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593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aprovacao na 1a inspecao (FPY) e retrabalhos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 Conversao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521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fechamento de oportunidades no funil de vendas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3756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557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e Atendimento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6557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abertas, tempo medio de resolucao, satisfacao do cliente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593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4593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por periodo, NFs emitidas, valor medio de OS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ADMIN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Administracao e Perfis de Acesso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usuario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e-mail, senha e perfil de acesso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12255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255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598039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14083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perfil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37858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Comercial, Engenharia, CRM, Gerente...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99237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99237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467862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01066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permissoes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324840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modulos cada perfil pode ver e editar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6219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6219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60704" y="388048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Ativar ou desativar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" y="411822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podem ser desativados sem excluir historico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disponiveis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57276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158191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(acesso total)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58000" y="157276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158191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0" y="2002536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201168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58000" y="2002536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31152" y="201168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0" y="2432304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9472" y="24414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Producao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858000" y="2432304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31152" y="24414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Qualidade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862072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19472" y="287121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Logistica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58000" y="2862072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31152" y="287121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46320" y="3291840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9472" y="33009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58000" y="3291840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31152" y="33009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/ Vendas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846320" y="372160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19472" y="373075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Comercial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858000" y="372160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931152" y="373075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Funcionalidades Extras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Escuro • Acesso Mobile • Lixeira • Segurança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Modo Escuro, Mobile e Recuperacao de Dados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98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Escuro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82496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Alterne pelo icone no cabecalho. Preferencia salva automaticamente por usuario.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298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pelo Celular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682496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responsiva: menu lateral vira gaveta lateral (hamburger). Funciona em qualquer smartphone sem instalar app.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200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Lixeira — Recuperacao em 24h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584448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deletados ficam 24h na lixeira antes da exclusao permanente. Qualquer admin pode restaurar.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00600" y="3108960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3200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Seguranca e Perfis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3584448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usuario acessa somente os modulos do seu perfil. Senhas gerenciadas pelo Admin — nunca compartilhe credenciais.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00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Proximos Passos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23444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sistema agora: spinsc.github.io/ACN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Solicite seu login ao Administrador do sistema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Explore o modulo do seu setor primeiro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Em caso de duvidas, consulte o Manual PDF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Relate problemas ao responsavel pelo sistema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7772400" cy="841248"/>
          </a:xfrm>
          <a:prstGeom prst="roundRect">
            <a:avLst>
              <a:gd name="adj" fmla="val 760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40480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ACN Sinal Verde  •  spinsc.github.io/ACN  •  Suporte: fale com o Admin do sistema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Equipes, Dupla e Execução Compartilhada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DCFCE7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DCFCE7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Execução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Individual: 1 técnico registrado ao iniciar a OP.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Dupla: 2 técnicos — ambos computam comissão.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Equipe: grupo cadastrado, Head Line é o responsável principal.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modo pode ser alterado após o início com o botão ✏️ RESP.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alteração é registrada no log da OP (usuário + horário).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DF4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Equipes (aba 🏷️)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Produção &gt; aba 🏷️ Equipes.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a equipe com nome e Head Line (técnico responsável).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membros: cada membro aparece na OP ao selecionar a equipe.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Head Line é registrado como responsável em todos os relatórios.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ficam disponíveis para todas as OPs futuras.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EFF6FF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VER  — disponível em todas as OPs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VER em qualquer linha da tabela de produção para ver todos os detalhes: modo, responsáveis, prazos, observações e retrabalhos.</a:t>
            </a:r>
            <a:endParaRPr lang="pt-BR" sz="1050" dirty="0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SUPORTE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— Centro de Custo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FEF3C7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EF3C7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Centro de Custo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OP/OS: vincula a compra a uma Ordem de Produção existente. Busca por número.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personalizado: seleciona um centro pré-cadastrado (código + nome).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livre: qualquer descrição (ex: Evento, Marketing, Infraestrutura).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🏷️ ou "+ Definir" na coluna Centro de Custo de cada pedido.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FFBEB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Gerenciar e Reportar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⚙️ Centros de Custo no cabeçalho da aba Compras.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centros com código único + nome descritivo.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e exclua centros cadastrados.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em Relatórios &gt; Centro Custo: totais por centro, percentual e drill-down de pedidos.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sem centro definido não aparecem no relatório.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FFBEB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Dica — SQL necessário antes de usar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o arquivo supabase/sql/centro_custo.sql para criar a tabela centros_custo e a coluna centro_custo em pcp_pedidos_compra.</a:t>
            </a:r>
            <a:endParaRPr lang="pt-BR" sz="1050" dirty="0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Interno e @Menções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E0F2FE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E0F2FE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Interno 💬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pelo botão 💬 disponível na interface.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Canais globais: Geral, Produção, Comercial e outros.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diretas (DMs): privadas entre dois usuários.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DMs: apenas conversas com mensagens não lidas aparecem na lista.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consecutivas do mesmo usuário são agrupadas visualmente.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9FF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@Menções nos Campos de Texto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@nome em qualquer campo de observações para mencionar um colega.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de colaboradores aparece para seleção rápida.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colega mencionado recebe uma notificação no ícone 🔔 do sistema.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notificação leva diretamente ao contexto (OPL, Compra, CRM, etc.).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Disponível em: Compras, OPLs, CRM, Demandas e outros campos.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9FF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Nota — Usuários carregados via paginação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@menções busca todos os usuários do sistema via paginação (contorna limite do servidor). Todos os cadastrados aparecem na busca, mesmo com muitos usuários.</a:t>
            </a:r>
            <a:endParaRPr lang="pt-BR" sz="1050" dirty="0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ACN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ACN Sinal Verde — Treinamento Interno</dc:title>
  <dc:subject>PptxGenJS Presentation</dc:subject>
  <dc:creator>ACN</dc:creator>
  <cp:lastModifiedBy>ACN</cp:lastModifiedBy>
  <cp:revision>1</cp:revision>
  <dcterms:created xsi:type="dcterms:W3CDTF">2026-07-13T00:50:18Z</dcterms:created>
  <dcterms:modified xsi:type="dcterms:W3CDTF">2026-07-13T00:50:18Z</dcterms:modified>
</cp:coreProperties>
</file>